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2" r:id="rId4"/>
    <p:sldId id="259" r:id="rId5"/>
    <p:sldId id="263" r:id="rId6"/>
    <p:sldId id="264" r:id="rId7"/>
    <p:sldId id="260" r:id="rId8"/>
    <p:sldId id="261" r:id="rId9"/>
    <p:sldId id="265" r:id="rId10"/>
    <p:sldId id="269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0123C1-4FC9-4674-A0C6-BC95A23CEE8E}" v="22" dt="2026-08-16T18:37:50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di Bhavya" userId="95ac90fe1ebc3c10" providerId="LiveId" clId="{5F76F87F-271A-4CDB-BB28-0ACEAB0E0238}"/>
    <pc:docChg chg="undo custSel addSld delSld modSld sldOrd">
      <pc:chgData name="Gudi Bhavya" userId="95ac90fe1ebc3c10" providerId="LiveId" clId="{5F76F87F-271A-4CDB-BB28-0ACEAB0E0238}" dt="2026-08-16T18:43:36.910" v="874" actId="14100"/>
      <pc:docMkLst>
        <pc:docMk/>
      </pc:docMkLst>
      <pc:sldChg chg="addSp modSp del mod modAnim">
        <pc:chgData name="Gudi Bhavya" userId="95ac90fe1ebc3c10" providerId="LiveId" clId="{5F76F87F-271A-4CDB-BB28-0ACEAB0E0238}" dt="2026-08-16T17:49:23.312" v="5" actId="2696"/>
        <pc:sldMkLst>
          <pc:docMk/>
          <pc:sldMk cId="1471555626" sldId="256"/>
        </pc:sldMkLst>
        <pc:spChg chg="mod">
          <ac:chgData name="Gudi Bhavya" userId="95ac90fe1ebc3c10" providerId="LiveId" clId="{5F76F87F-271A-4CDB-BB28-0ACEAB0E0238}" dt="2026-08-16T17:49:14.457" v="3" actId="255"/>
          <ac:spMkLst>
            <pc:docMk/>
            <pc:sldMk cId="1471555626" sldId="256"/>
            <ac:spMk id="2" creationId="{DAE317CC-88C7-0637-231F-B0DE6C32FEC7}"/>
          </ac:spMkLst>
        </pc:spChg>
        <pc:picChg chg="add mod">
          <ac:chgData name="Gudi Bhavya" userId="95ac90fe1ebc3c10" providerId="LiveId" clId="{5F76F87F-271A-4CDB-BB28-0ACEAB0E0238}" dt="2026-08-16T17:48:50.090" v="1" actId="1076"/>
          <ac:picMkLst>
            <pc:docMk/>
            <pc:sldMk cId="1471555626" sldId="256"/>
            <ac:picMk id="4" creationId="{3D7569D7-6D52-727C-D405-7AFCCD133811}"/>
          </ac:picMkLst>
        </pc:picChg>
      </pc:sldChg>
      <pc:sldChg chg="addSp modSp new mod modAnim">
        <pc:chgData name="Gudi Bhavya" userId="95ac90fe1ebc3c10" providerId="LiveId" clId="{5F76F87F-271A-4CDB-BB28-0ACEAB0E0238}" dt="2026-08-16T17:53:20.043" v="133" actId="255"/>
        <pc:sldMkLst>
          <pc:docMk/>
          <pc:sldMk cId="3466156265" sldId="257"/>
        </pc:sldMkLst>
        <pc:spChg chg="add mod">
          <ac:chgData name="Gudi Bhavya" userId="95ac90fe1ebc3c10" providerId="LiveId" clId="{5F76F87F-271A-4CDB-BB28-0ACEAB0E0238}" dt="2026-08-16T17:52:07.520" v="126" actId="20577"/>
          <ac:spMkLst>
            <pc:docMk/>
            <pc:sldMk cId="3466156265" sldId="257"/>
            <ac:spMk id="3" creationId="{4F55B128-8615-C1A7-D14C-0EB2402558F2}"/>
          </ac:spMkLst>
        </pc:spChg>
        <pc:spChg chg="add mod">
          <ac:chgData name="Gudi Bhavya" userId="95ac90fe1ebc3c10" providerId="LiveId" clId="{5F76F87F-271A-4CDB-BB28-0ACEAB0E0238}" dt="2026-08-16T17:53:20.043" v="133" actId="255"/>
          <ac:spMkLst>
            <pc:docMk/>
            <pc:sldMk cId="3466156265" sldId="257"/>
            <ac:spMk id="4" creationId="{FA751A7F-2064-CC86-A42C-FAA20B5D2F21}"/>
          </ac:spMkLst>
        </pc:spChg>
        <pc:spChg chg="add mod">
          <ac:chgData name="Gudi Bhavya" userId="95ac90fe1ebc3c10" providerId="LiveId" clId="{5F76F87F-271A-4CDB-BB28-0ACEAB0E0238}" dt="2026-08-16T17:53:10.807" v="132" actId="1076"/>
          <ac:spMkLst>
            <pc:docMk/>
            <pc:sldMk cId="3466156265" sldId="257"/>
            <ac:spMk id="5" creationId="{68257E64-3056-1A26-FB4E-5FC596A75F8C}"/>
          </ac:spMkLst>
        </pc:spChg>
        <pc:picChg chg="add mod">
          <ac:chgData name="Gudi Bhavya" userId="95ac90fe1ebc3c10" providerId="LiveId" clId="{5F76F87F-271A-4CDB-BB28-0ACEAB0E0238}" dt="2026-08-16T17:49:32.606" v="6"/>
          <ac:picMkLst>
            <pc:docMk/>
            <pc:sldMk cId="3466156265" sldId="257"/>
            <ac:picMk id="2" creationId="{9C5AFFED-3E01-5833-90A6-2E31D3E7A72D}"/>
          </ac:picMkLst>
        </pc:picChg>
      </pc:sldChg>
      <pc:sldChg chg="addSp modSp new mod">
        <pc:chgData name="Gudi Bhavya" userId="95ac90fe1ebc3c10" providerId="LiveId" clId="{5F76F87F-271A-4CDB-BB28-0ACEAB0E0238}" dt="2026-08-16T17:56:41.803" v="166" actId="1076"/>
        <pc:sldMkLst>
          <pc:docMk/>
          <pc:sldMk cId="2229724644" sldId="258"/>
        </pc:sldMkLst>
        <pc:spChg chg="add mod">
          <ac:chgData name="Gudi Bhavya" userId="95ac90fe1ebc3c10" providerId="LiveId" clId="{5F76F87F-271A-4CDB-BB28-0ACEAB0E0238}" dt="2026-08-16T17:56:41.803" v="166" actId="1076"/>
          <ac:spMkLst>
            <pc:docMk/>
            <pc:sldMk cId="2229724644" sldId="258"/>
            <ac:spMk id="8" creationId="{64B3DB36-5686-7291-C0D6-12CE0A842568}"/>
          </ac:spMkLst>
        </pc:spChg>
        <pc:picChg chg="add">
          <ac:chgData name="Gudi Bhavya" userId="95ac90fe1ebc3c10" providerId="LiveId" clId="{5F76F87F-271A-4CDB-BB28-0ACEAB0E0238}" dt="2026-08-16T17:53:39.090" v="135" actId="22"/>
          <ac:picMkLst>
            <pc:docMk/>
            <pc:sldMk cId="2229724644" sldId="258"/>
            <ac:picMk id="3" creationId="{4C9962A0-0B80-8051-FB6D-23FC52390A68}"/>
          </ac:picMkLst>
        </pc:picChg>
        <pc:picChg chg="add">
          <ac:chgData name="Gudi Bhavya" userId="95ac90fe1ebc3c10" providerId="LiveId" clId="{5F76F87F-271A-4CDB-BB28-0ACEAB0E0238}" dt="2026-08-16T17:53:47.180" v="136" actId="22"/>
          <ac:picMkLst>
            <pc:docMk/>
            <pc:sldMk cId="2229724644" sldId="258"/>
            <ac:picMk id="5" creationId="{D391E310-2842-A743-A2E5-CAB4FEEBA25E}"/>
          </ac:picMkLst>
        </pc:picChg>
        <pc:picChg chg="add mod modCrop">
          <ac:chgData name="Gudi Bhavya" userId="95ac90fe1ebc3c10" providerId="LiveId" clId="{5F76F87F-271A-4CDB-BB28-0ACEAB0E0238}" dt="2026-08-16T17:55:39.878" v="142" actId="1076"/>
          <ac:picMkLst>
            <pc:docMk/>
            <pc:sldMk cId="2229724644" sldId="258"/>
            <ac:picMk id="7" creationId="{D0F864CC-F9A7-735D-192C-6613034B4C51}"/>
          </ac:picMkLst>
        </pc:picChg>
      </pc:sldChg>
      <pc:sldChg chg="addSp modSp new mod">
        <pc:chgData name="Gudi Bhavya" userId="95ac90fe1ebc3c10" providerId="LiveId" clId="{5F76F87F-271A-4CDB-BB28-0ACEAB0E0238}" dt="2026-08-16T18:05:59.105" v="375" actId="1076"/>
        <pc:sldMkLst>
          <pc:docMk/>
          <pc:sldMk cId="2136978522" sldId="259"/>
        </pc:sldMkLst>
        <pc:spChg chg="add mod">
          <ac:chgData name="Gudi Bhavya" userId="95ac90fe1ebc3c10" providerId="LiveId" clId="{5F76F87F-271A-4CDB-BB28-0ACEAB0E0238}" dt="2026-08-16T18:05:17.144" v="368" actId="1076"/>
          <ac:spMkLst>
            <pc:docMk/>
            <pc:sldMk cId="2136978522" sldId="259"/>
            <ac:spMk id="6" creationId="{B870C82E-1AC1-C5CA-992F-BEFFA2B5B30B}"/>
          </ac:spMkLst>
        </pc:spChg>
        <pc:picChg chg="add">
          <ac:chgData name="Gudi Bhavya" userId="95ac90fe1ebc3c10" providerId="LiveId" clId="{5F76F87F-271A-4CDB-BB28-0ACEAB0E0238}" dt="2026-08-16T17:57:03.546" v="168" actId="22"/>
          <ac:picMkLst>
            <pc:docMk/>
            <pc:sldMk cId="2136978522" sldId="259"/>
            <ac:picMk id="3" creationId="{7D3F8352-1D9F-3722-D186-CE6AED8BDBBF}"/>
          </ac:picMkLst>
        </pc:picChg>
        <pc:picChg chg="add">
          <ac:chgData name="Gudi Bhavya" userId="95ac90fe1ebc3c10" providerId="LiveId" clId="{5F76F87F-271A-4CDB-BB28-0ACEAB0E0238}" dt="2026-08-16T17:57:09.997" v="169" actId="22"/>
          <ac:picMkLst>
            <pc:docMk/>
            <pc:sldMk cId="2136978522" sldId="259"/>
            <ac:picMk id="5" creationId="{7BE81B26-D0D7-327A-897D-8CE9BAB1D3C6}"/>
          </ac:picMkLst>
        </pc:picChg>
        <pc:picChg chg="add mod modCrop">
          <ac:chgData name="Gudi Bhavya" userId="95ac90fe1ebc3c10" providerId="LiveId" clId="{5F76F87F-271A-4CDB-BB28-0ACEAB0E0238}" dt="2026-08-16T18:05:59.105" v="375" actId="1076"/>
          <ac:picMkLst>
            <pc:docMk/>
            <pc:sldMk cId="2136978522" sldId="259"/>
            <ac:picMk id="8" creationId="{563A2767-B440-1951-A756-F938DBFBFD35}"/>
          </ac:picMkLst>
        </pc:picChg>
      </pc:sldChg>
      <pc:sldChg chg="addSp modSp add mod">
        <pc:chgData name="Gudi Bhavya" userId="95ac90fe1ebc3c10" providerId="LiveId" clId="{5F76F87F-271A-4CDB-BB28-0ACEAB0E0238}" dt="2026-08-16T18:23:31.100" v="492" actId="14100"/>
        <pc:sldMkLst>
          <pc:docMk/>
          <pc:sldMk cId="1774329368" sldId="260"/>
        </pc:sldMkLst>
        <pc:spChg chg="add mod">
          <ac:chgData name="Gudi Bhavya" userId="95ac90fe1ebc3c10" providerId="LiveId" clId="{5F76F87F-271A-4CDB-BB28-0ACEAB0E0238}" dt="2026-08-16T18:22:22.917" v="477" actId="1076"/>
          <ac:spMkLst>
            <pc:docMk/>
            <pc:sldMk cId="1774329368" sldId="260"/>
            <ac:spMk id="2" creationId="{748B8AE7-2076-923A-B381-3EC9283C89F8}"/>
          </ac:spMkLst>
        </pc:spChg>
        <pc:picChg chg="add mod">
          <ac:chgData name="Gudi Bhavya" userId="95ac90fe1ebc3c10" providerId="LiveId" clId="{5F76F87F-271A-4CDB-BB28-0ACEAB0E0238}" dt="2026-08-16T18:23:31.100" v="492" actId="14100"/>
          <ac:picMkLst>
            <pc:docMk/>
            <pc:sldMk cId="1774329368" sldId="260"/>
            <ac:picMk id="6" creationId="{F93D4B86-166B-8849-EC1C-57CEA7D13D42}"/>
          </ac:picMkLst>
        </pc:picChg>
        <pc:picChg chg="add mod">
          <ac:chgData name="Gudi Bhavya" userId="95ac90fe1ebc3c10" providerId="LiveId" clId="{5F76F87F-271A-4CDB-BB28-0ACEAB0E0238}" dt="2026-08-16T18:23:16.489" v="487" actId="1076"/>
          <ac:picMkLst>
            <pc:docMk/>
            <pc:sldMk cId="1774329368" sldId="260"/>
            <ac:picMk id="8" creationId="{D3B7EAB7-2424-C4F0-5CFE-491CBAA6FACF}"/>
          </ac:picMkLst>
        </pc:picChg>
      </pc:sldChg>
      <pc:sldChg chg="addSp modSp add mod">
        <pc:chgData name="Gudi Bhavya" userId="95ac90fe1ebc3c10" providerId="LiveId" clId="{5F76F87F-271A-4CDB-BB28-0ACEAB0E0238}" dt="2026-08-16T18:26:28.135" v="520" actId="1076"/>
        <pc:sldMkLst>
          <pc:docMk/>
          <pc:sldMk cId="3921722366" sldId="261"/>
        </pc:sldMkLst>
        <pc:spChg chg="add mod">
          <ac:chgData name="Gudi Bhavya" userId="95ac90fe1ebc3c10" providerId="LiveId" clId="{5F76F87F-271A-4CDB-BB28-0ACEAB0E0238}" dt="2026-08-16T18:24:27.790" v="502" actId="1076"/>
          <ac:spMkLst>
            <pc:docMk/>
            <pc:sldMk cId="3921722366" sldId="261"/>
            <ac:spMk id="4" creationId="{620A88BC-9730-7B13-E2B0-EAC0C28854FF}"/>
          </ac:spMkLst>
        </pc:spChg>
        <pc:picChg chg="mod">
          <ac:chgData name="Gudi Bhavya" userId="95ac90fe1ebc3c10" providerId="LiveId" clId="{5F76F87F-271A-4CDB-BB28-0ACEAB0E0238}" dt="2026-08-16T18:26:28.135" v="520" actId="1076"/>
          <ac:picMkLst>
            <pc:docMk/>
            <pc:sldMk cId="3921722366" sldId="261"/>
            <ac:picMk id="3" creationId="{D1ADEACD-6BA5-676A-7DD8-D1359ED22BC7}"/>
          </ac:picMkLst>
        </pc:picChg>
        <pc:picChg chg="add mod">
          <ac:chgData name="Gudi Bhavya" userId="95ac90fe1ebc3c10" providerId="LiveId" clId="{5F76F87F-271A-4CDB-BB28-0ACEAB0E0238}" dt="2026-08-16T18:25:52.725" v="518" actId="14100"/>
          <ac:picMkLst>
            <pc:docMk/>
            <pc:sldMk cId="3921722366" sldId="261"/>
            <ac:picMk id="7" creationId="{81A881B2-D681-983D-F9F1-3A66B4402F12}"/>
          </ac:picMkLst>
        </pc:picChg>
        <pc:picChg chg="add mod">
          <ac:chgData name="Gudi Bhavya" userId="95ac90fe1ebc3c10" providerId="LiveId" clId="{5F76F87F-271A-4CDB-BB28-0ACEAB0E0238}" dt="2026-08-16T18:25:47.876" v="517" actId="14100"/>
          <ac:picMkLst>
            <pc:docMk/>
            <pc:sldMk cId="3921722366" sldId="261"/>
            <ac:picMk id="9" creationId="{6553C595-1C36-DA9F-8443-FEF6C123B18F}"/>
          </ac:picMkLst>
        </pc:picChg>
      </pc:sldChg>
      <pc:sldChg chg="addSp modSp add mod ord">
        <pc:chgData name="Gudi Bhavya" userId="95ac90fe1ebc3c10" providerId="LiveId" clId="{5F76F87F-271A-4CDB-BB28-0ACEAB0E0238}" dt="2026-08-16T18:04:02.808" v="339"/>
        <pc:sldMkLst>
          <pc:docMk/>
          <pc:sldMk cId="3964442403" sldId="262"/>
        </pc:sldMkLst>
        <pc:spChg chg="add mod">
          <ac:chgData name="Gudi Bhavya" userId="95ac90fe1ebc3c10" providerId="LiveId" clId="{5F76F87F-271A-4CDB-BB28-0ACEAB0E0238}" dt="2026-08-16T17:58:50.030" v="182" actId="1076"/>
          <ac:spMkLst>
            <pc:docMk/>
            <pc:sldMk cId="3964442403" sldId="262"/>
            <ac:spMk id="4" creationId="{B55A7B59-BE29-E090-ED6F-406E9FB7C298}"/>
          </ac:spMkLst>
        </pc:spChg>
        <pc:spChg chg="add mod">
          <ac:chgData name="Gudi Bhavya" userId="95ac90fe1ebc3c10" providerId="LiveId" clId="{5F76F87F-271A-4CDB-BB28-0ACEAB0E0238}" dt="2026-08-16T18:03:30.264" v="337" actId="123"/>
          <ac:spMkLst>
            <pc:docMk/>
            <pc:sldMk cId="3964442403" sldId="262"/>
            <ac:spMk id="7" creationId="{8C128F73-A154-5769-E664-0D09A29E25B8}"/>
          </ac:spMkLst>
        </pc:spChg>
      </pc:sldChg>
      <pc:sldChg chg="addSp modSp add mod">
        <pc:chgData name="Gudi Bhavya" userId="95ac90fe1ebc3c10" providerId="LiveId" clId="{5F76F87F-271A-4CDB-BB28-0ACEAB0E0238}" dt="2026-08-16T18:11:23.514" v="421" actId="1076"/>
        <pc:sldMkLst>
          <pc:docMk/>
          <pc:sldMk cId="3694678805" sldId="263"/>
        </pc:sldMkLst>
        <pc:spChg chg="add mod">
          <ac:chgData name="Gudi Bhavya" userId="95ac90fe1ebc3c10" providerId="LiveId" clId="{5F76F87F-271A-4CDB-BB28-0ACEAB0E0238}" dt="2026-08-16T18:06:56.308" v="383" actId="1076"/>
          <ac:spMkLst>
            <pc:docMk/>
            <pc:sldMk cId="3694678805" sldId="263"/>
            <ac:spMk id="4" creationId="{10EA37C8-63D4-921B-1C57-0C939B9AFE20}"/>
          </ac:spMkLst>
        </pc:spChg>
        <pc:spChg chg="add mod">
          <ac:chgData name="Gudi Bhavya" userId="95ac90fe1ebc3c10" providerId="LiveId" clId="{5F76F87F-271A-4CDB-BB28-0ACEAB0E0238}" dt="2026-08-16T18:11:23.514" v="421" actId="1076"/>
          <ac:spMkLst>
            <pc:docMk/>
            <pc:sldMk cId="3694678805" sldId="263"/>
            <ac:spMk id="7" creationId="{868FB04B-51BB-3D35-FC9F-21A8802A483C}"/>
          </ac:spMkLst>
        </pc:spChg>
      </pc:sldChg>
      <pc:sldChg chg="addSp modSp add mod">
        <pc:chgData name="Gudi Bhavya" userId="95ac90fe1ebc3c10" providerId="LiveId" clId="{5F76F87F-271A-4CDB-BB28-0ACEAB0E0238}" dt="2026-08-16T18:21:23.272" v="465" actId="113"/>
        <pc:sldMkLst>
          <pc:docMk/>
          <pc:sldMk cId="491872458" sldId="264"/>
        </pc:sldMkLst>
        <pc:spChg chg="add mod">
          <ac:chgData name="Gudi Bhavya" userId="95ac90fe1ebc3c10" providerId="LiveId" clId="{5F76F87F-271A-4CDB-BB28-0ACEAB0E0238}" dt="2026-08-16T18:18:41.579" v="428" actId="1076"/>
          <ac:spMkLst>
            <pc:docMk/>
            <pc:sldMk cId="491872458" sldId="264"/>
            <ac:spMk id="2" creationId="{D6468D34-BF6E-4E7E-7D46-6EB8EEF2EA7F}"/>
          </ac:spMkLst>
        </pc:spChg>
        <pc:spChg chg="add mod">
          <ac:chgData name="Gudi Bhavya" userId="95ac90fe1ebc3c10" providerId="LiveId" clId="{5F76F87F-271A-4CDB-BB28-0ACEAB0E0238}" dt="2026-08-16T18:21:23.272" v="465" actId="113"/>
          <ac:spMkLst>
            <pc:docMk/>
            <pc:sldMk cId="491872458" sldId="264"/>
            <ac:spMk id="9" creationId="{5E7F6951-2D42-1019-5C1C-3274863F66B5}"/>
          </ac:spMkLst>
        </pc:spChg>
        <pc:picChg chg="add mod">
          <ac:chgData name="Gudi Bhavya" userId="95ac90fe1ebc3c10" providerId="LiveId" clId="{5F76F87F-271A-4CDB-BB28-0ACEAB0E0238}" dt="2026-08-16T18:20:38.581" v="447" actId="1076"/>
          <ac:picMkLst>
            <pc:docMk/>
            <pc:sldMk cId="491872458" sldId="264"/>
            <ac:picMk id="6" creationId="{407B4B0E-5370-176F-7E86-1C1D16A3C025}"/>
          </ac:picMkLst>
        </pc:picChg>
        <pc:picChg chg="add mod">
          <ac:chgData name="Gudi Bhavya" userId="95ac90fe1ebc3c10" providerId="LiveId" clId="{5F76F87F-271A-4CDB-BB28-0ACEAB0E0238}" dt="2026-08-16T18:20:42.154" v="448" actId="1076"/>
          <ac:picMkLst>
            <pc:docMk/>
            <pc:sldMk cId="491872458" sldId="264"/>
            <ac:picMk id="8" creationId="{9CE411E7-6DAC-412E-6638-1C006FB6021A}"/>
          </ac:picMkLst>
        </pc:picChg>
      </pc:sldChg>
      <pc:sldChg chg="addSp modSp new mod ord">
        <pc:chgData name="Gudi Bhavya" userId="95ac90fe1ebc3c10" providerId="LiveId" clId="{5F76F87F-271A-4CDB-BB28-0ACEAB0E0238}" dt="2026-08-16T18:27:08.983" v="529" actId="14100"/>
        <pc:sldMkLst>
          <pc:docMk/>
          <pc:sldMk cId="1894052583" sldId="265"/>
        </pc:sldMkLst>
        <pc:picChg chg="add">
          <ac:chgData name="Gudi Bhavya" userId="95ac90fe1ebc3c10" providerId="LiveId" clId="{5F76F87F-271A-4CDB-BB28-0ACEAB0E0238}" dt="2026-08-16T18:26:31.431" v="521" actId="22"/>
          <ac:picMkLst>
            <pc:docMk/>
            <pc:sldMk cId="1894052583" sldId="265"/>
            <ac:picMk id="3" creationId="{A9F10238-7F3A-BE16-D73C-14706B8097D4}"/>
          </ac:picMkLst>
        </pc:picChg>
        <pc:picChg chg="add">
          <ac:chgData name="Gudi Bhavya" userId="95ac90fe1ebc3c10" providerId="LiveId" clId="{5F76F87F-271A-4CDB-BB28-0ACEAB0E0238}" dt="2026-08-16T18:26:45.332" v="524" actId="22"/>
          <ac:picMkLst>
            <pc:docMk/>
            <pc:sldMk cId="1894052583" sldId="265"/>
            <ac:picMk id="5" creationId="{8ED2C985-05DC-A502-41ED-20F7EDB7FAA2}"/>
          </ac:picMkLst>
        </pc:picChg>
        <pc:picChg chg="add mod">
          <ac:chgData name="Gudi Bhavya" userId="95ac90fe1ebc3c10" providerId="LiveId" clId="{5F76F87F-271A-4CDB-BB28-0ACEAB0E0238}" dt="2026-08-16T18:27:08.983" v="529" actId="14100"/>
          <ac:picMkLst>
            <pc:docMk/>
            <pc:sldMk cId="1894052583" sldId="265"/>
            <ac:picMk id="7" creationId="{4CAD4422-F84B-7914-372A-6429290DE8A3}"/>
          </ac:picMkLst>
        </pc:picChg>
      </pc:sldChg>
      <pc:sldChg chg="addSp modSp new mod ord">
        <pc:chgData name="Gudi Bhavya" userId="95ac90fe1ebc3c10" providerId="LiveId" clId="{5F76F87F-271A-4CDB-BB28-0ACEAB0E0238}" dt="2026-08-16T18:41:46.476" v="865" actId="255"/>
        <pc:sldMkLst>
          <pc:docMk/>
          <pc:sldMk cId="2898401570" sldId="266"/>
        </pc:sldMkLst>
        <pc:spChg chg="add mod">
          <ac:chgData name="Gudi Bhavya" userId="95ac90fe1ebc3c10" providerId="LiveId" clId="{5F76F87F-271A-4CDB-BB28-0ACEAB0E0238}" dt="2026-08-16T18:36:16.724" v="786" actId="1076"/>
          <ac:spMkLst>
            <pc:docMk/>
            <pc:sldMk cId="2898401570" sldId="266"/>
            <ac:spMk id="7" creationId="{F9DCF846-4E79-AB96-DEB7-2DCACCDEC8D3}"/>
          </ac:spMkLst>
        </pc:spChg>
        <pc:spChg chg="add mod">
          <ac:chgData name="Gudi Bhavya" userId="95ac90fe1ebc3c10" providerId="LiveId" clId="{5F76F87F-271A-4CDB-BB28-0ACEAB0E0238}" dt="2026-08-16T18:41:46.476" v="865" actId="255"/>
          <ac:spMkLst>
            <pc:docMk/>
            <pc:sldMk cId="2898401570" sldId="266"/>
            <ac:spMk id="9" creationId="{0D9A24DB-60E5-8126-AAF1-2FA3DBF11382}"/>
          </ac:spMkLst>
        </pc:spChg>
        <pc:picChg chg="add">
          <ac:chgData name="Gudi Bhavya" userId="95ac90fe1ebc3c10" providerId="LiveId" clId="{5F76F87F-271A-4CDB-BB28-0ACEAB0E0238}" dt="2026-08-16T18:27:34.122" v="533" actId="22"/>
          <ac:picMkLst>
            <pc:docMk/>
            <pc:sldMk cId="2898401570" sldId="266"/>
            <ac:picMk id="3" creationId="{6FDC0FF5-5EA6-395A-5741-AD258AF29290}"/>
          </ac:picMkLst>
        </pc:picChg>
        <pc:picChg chg="add">
          <ac:chgData name="Gudi Bhavya" userId="95ac90fe1ebc3c10" providerId="LiveId" clId="{5F76F87F-271A-4CDB-BB28-0ACEAB0E0238}" dt="2026-08-16T18:27:41.239" v="534" actId="22"/>
          <ac:picMkLst>
            <pc:docMk/>
            <pc:sldMk cId="2898401570" sldId="266"/>
            <ac:picMk id="5" creationId="{58BC55BE-B368-E6C8-B4AC-EA03AC2A8735}"/>
          </ac:picMkLst>
        </pc:picChg>
      </pc:sldChg>
      <pc:sldChg chg="addSp modSp add mod ord">
        <pc:chgData name="Gudi Bhavya" userId="95ac90fe1ebc3c10" providerId="LiveId" clId="{5F76F87F-271A-4CDB-BB28-0ACEAB0E0238}" dt="2026-08-16T18:35:42.583" v="780"/>
        <pc:sldMkLst>
          <pc:docMk/>
          <pc:sldMk cId="1682664179" sldId="267"/>
        </pc:sldMkLst>
        <pc:spChg chg="add mod">
          <ac:chgData name="Gudi Bhavya" userId="95ac90fe1ebc3c10" providerId="LiveId" clId="{5F76F87F-271A-4CDB-BB28-0ACEAB0E0238}" dt="2026-08-16T18:29:01.295" v="551" actId="1076"/>
          <ac:spMkLst>
            <pc:docMk/>
            <pc:sldMk cId="1682664179" sldId="267"/>
            <ac:spMk id="2" creationId="{BCE49C78-6A7C-2B0B-06D5-4DDD60E806A3}"/>
          </ac:spMkLst>
        </pc:spChg>
        <pc:spChg chg="add mod">
          <ac:chgData name="Gudi Bhavya" userId="95ac90fe1ebc3c10" providerId="LiveId" clId="{5F76F87F-271A-4CDB-BB28-0ACEAB0E0238}" dt="2026-08-16T18:35:31.707" v="778" actId="20577"/>
          <ac:spMkLst>
            <pc:docMk/>
            <pc:sldMk cId="1682664179" sldId="267"/>
            <ac:spMk id="6" creationId="{231DBCC2-95A9-1A1A-78FA-DB3B9530B82C}"/>
          </ac:spMkLst>
        </pc:spChg>
      </pc:sldChg>
      <pc:sldChg chg="addSp modSp add mod">
        <pc:chgData name="Gudi Bhavya" userId="95ac90fe1ebc3c10" providerId="LiveId" clId="{5F76F87F-271A-4CDB-BB28-0ACEAB0E0238}" dt="2026-08-16T18:43:36.910" v="874" actId="14100"/>
        <pc:sldMkLst>
          <pc:docMk/>
          <pc:sldMk cId="3901010102" sldId="268"/>
        </pc:sldMkLst>
        <pc:picChg chg="add mod">
          <ac:chgData name="Gudi Bhavya" userId="95ac90fe1ebc3c10" providerId="LiveId" clId="{5F76F87F-271A-4CDB-BB28-0ACEAB0E0238}" dt="2026-08-16T18:43:36.910" v="874" actId="14100"/>
          <ac:picMkLst>
            <pc:docMk/>
            <pc:sldMk cId="3901010102" sldId="268"/>
            <ac:picMk id="2" creationId="{4FBBD225-6367-A376-2A21-7F491C1C7CD1}"/>
          </ac:picMkLst>
        </pc:picChg>
      </pc:sldChg>
      <pc:sldChg chg="addSp modSp add mod ord">
        <pc:chgData name="Gudi Bhavya" userId="95ac90fe1ebc3c10" providerId="LiveId" clId="{5F76F87F-271A-4CDB-BB28-0ACEAB0E0238}" dt="2026-08-16T18:38:29.718" v="818" actId="1076"/>
        <pc:sldMkLst>
          <pc:docMk/>
          <pc:sldMk cId="2661488727" sldId="269"/>
        </pc:sldMkLst>
        <pc:spChg chg="add mod">
          <ac:chgData name="Gudi Bhavya" userId="95ac90fe1ebc3c10" providerId="LiveId" clId="{5F76F87F-271A-4CDB-BB28-0ACEAB0E0238}" dt="2026-08-16T18:38:23.105" v="817" actId="1076"/>
          <ac:spMkLst>
            <pc:docMk/>
            <pc:sldMk cId="2661488727" sldId="269"/>
            <ac:spMk id="6" creationId="{94E2543E-A493-5634-4FFC-CF4F9EB026A6}"/>
          </ac:spMkLst>
        </pc:spChg>
        <pc:picChg chg="mod">
          <ac:chgData name="Gudi Bhavya" userId="95ac90fe1ebc3c10" providerId="LiveId" clId="{5F76F87F-271A-4CDB-BB28-0ACEAB0E0238}" dt="2026-08-16T18:38:29.718" v="818" actId="1076"/>
          <ac:picMkLst>
            <pc:docMk/>
            <pc:sldMk cId="2661488727" sldId="269"/>
            <ac:picMk id="3" creationId="{E1F1628C-FCC5-887B-853E-86520E03009F}"/>
          </ac:picMkLst>
        </pc:picChg>
        <pc:picChg chg="add mod modCrop">
          <ac:chgData name="Gudi Bhavya" userId="95ac90fe1ebc3c10" providerId="LiveId" clId="{5F76F87F-271A-4CDB-BB28-0ACEAB0E0238}" dt="2026-08-16T18:37:40.996" v="797" actId="14100"/>
          <ac:picMkLst>
            <pc:docMk/>
            <pc:sldMk cId="2661488727" sldId="269"/>
            <ac:picMk id="4" creationId="{67B6E697-CF7B-FC8C-52AA-93B549FB7CD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2C14A-47DF-9A53-B3E5-114F88092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D0A78-5542-24A6-D898-C98240219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10315-2CCB-803A-A08A-610188B6E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EDE1-D3FB-4D4B-8B90-FEE4D1CA028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37C86-D718-21B4-E47C-29674481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C96FF-D928-460D-C7C9-5F680894B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81E7-527E-491E-B100-36C9E3FEF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765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33E32-C241-2DF1-C666-41B108BB7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4D50A-1030-9282-16A9-9A3E1CF94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7F52C-3A6A-A0F4-2112-19B984132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EDE1-D3FB-4D4B-8B90-FEE4D1CA028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34E3E-5970-FDAD-6748-DAB787661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DA2F3-F0D1-7326-20BE-0B58C9022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81E7-527E-491E-B100-36C9E3FEF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966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8EC42-BD26-FF78-F68B-B186B4FC0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08557-6C21-7FCE-ED76-4DA8F2DB1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1C472-AA88-D643-FA01-F875D3BDF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EDE1-D3FB-4D4B-8B90-FEE4D1CA028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9F02D-CE41-549A-AB5D-D64D4CA6E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FE19C-9BB9-B975-742F-A8F2E3CB6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81E7-527E-491E-B100-36C9E3FEF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103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F14FB-F720-BC19-630D-0AC7C6D87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6DE0E-14A8-BC73-DF66-AC1C23051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37D1D-F11E-886B-965C-CA232BA98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9B22-DF07-6A3E-94DB-E26F13C2F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EDE1-D3FB-4D4B-8B90-FEE4D1CA028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0491B9-EE9E-F97A-2AF2-303B5140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25DA7-4C72-98BC-89F9-49C6EEEF8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81E7-527E-491E-B100-36C9E3FEF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38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59064-9C8F-BE37-001F-27C35E5B4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246C3-7760-FA01-B087-657C3F19C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49C318-FEFA-EFB5-4AB1-65A05AD74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1F6B5D-5700-5318-FF5A-98384298F5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0DF105-D275-04E8-3508-3A86E4EE0B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8047BB-E8A0-28CB-5647-A9BDE2102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EDE1-D3FB-4D4B-8B90-FEE4D1CA028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3BF9AF-29C7-E5C0-8672-406C014F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04F8-2B3D-7B45-8651-D63CD271B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81E7-527E-491E-B100-36C9E3FEF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791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6CDF5-A227-810F-F8D2-1E07C435F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348A83-9A8E-B4EC-2CF8-3293F7F67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EDE1-D3FB-4D4B-8B90-FEE4D1CA028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B632BE-4089-4115-FB23-77515F2EF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5BA800-4941-2101-A2E1-C4B32D69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81E7-527E-491E-B100-36C9E3FEF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116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6B5E21-2482-225D-FA2B-55055E7C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EDE1-D3FB-4D4B-8B90-FEE4D1CA028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FF235F-0934-11D7-8A3A-B2B6B9C32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07097-7117-2B89-69DB-EC09D850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81E7-527E-491E-B100-36C9E3FEF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9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15CF5-FC2A-32C3-41E1-4757AFE56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DAFE2-D6BB-E44F-63CA-F0AE7E96D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93E79-8BE1-9E4D-27EA-1E2D4F868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8D480-062A-D78C-401C-DCA58536B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EDE1-D3FB-4D4B-8B90-FEE4D1CA028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98EE7-5293-7E3D-8FBF-12EA06A18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502C0-A0BB-4107-1B08-1493F0D06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81E7-527E-491E-B100-36C9E3FEF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394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840A0-FBB8-C8BB-4CEC-AF77B2A46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5633AB-2F85-0BAE-CC82-492BD6FC1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DB6E43-25A9-6D93-058B-2F9CC10BD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386E6B-15A2-3E54-33B2-0B71A5658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EDE1-D3FB-4D4B-8B90-FEE4D1CA028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91E95-59DB-A095-08FD-2C3846A5A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C79B4-5D26-9FFE-33CC-DCFE3BE78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81E7-527E-491E-B100-36C9E3FEF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333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6E7F4-2215-FFDF-9BA6-5BAD1C7B1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116589-4785-6272-7182-C8D6DB87A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B683D-1F64-C057-872E-538BB9169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EDE1-D3FB-4D4B-8B90-FEE4D1CA028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0EF0F-08FC-EA7E-33EA-F72ECE86D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EB9D2-BB42-793A-5266-C9502FCF9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81E7-527E-491E-B100-36C9E3FEF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738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928D0F-DB8E-5EBE-29C9-7AADC1BDC9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631D9-7DB4-B0B0-09FC-C2B4321D5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107B5-5ABF-ABDC-CF19-E9681C2E4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4EDE1-D3FB-4D4B-8B90-FEE4D1CA028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3D252-BC26-79DF-457C-41B4E0AD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1F2B-EE52-EAF4-E6E5-5D87D9B7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81E7-527E-491E-B100-36C9E3FEF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749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C271F-24C5-41C7-9DD8-F758D190B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4AC28-9487-0514-E6AC-120380A8D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01C5F-A953-49F6-6E1B-B92FA68D9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4EDE1-D3FB-4D4B-8B90-FEE4D1CA0287}" type="datetimeFigureOut">
              <a:rPr lang="en-IN" smtClean="0"/>
              <a:t>16-08-2026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67AD0-13DD-7122-6300-A46EC76732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62F2E-2E0A-E6C6-1380-A060F7CF1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B681E7-527E-491E-B100-36C9E3FEF1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370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5AFFED-3E01-5833-90A6-2E31D3E7A7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23996" y="223377"/>
            <a:ext cx="9357393" cy="12177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55B128-8615-C1A7-D14C-0EB2402558F2}"/>
              </a:ext>
            </a:extLst>
          </p:cNvPr>
          <p:cNvSpPr txBox="1"/>
          <p:nvPr/>
        </p:nvSpPr>
        <p:spPr>
          <a:xfrm>
            <a:off x="1052052" y="1700980"/>
            <a:ext cx="9488129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CAPSTONE PROJECT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AI – BASED LOAN ELIGIBILITY PREDICTION  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AND RISK ASSESSMENT SYSTEM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CSA0905 – JAVA PROGRAMMING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751A7F-2064-CC86-A42C-FAA20B5D2F21}"/>
              </a:ext>
            </a:extLst>
          </p:cNvPr>
          <p:cNvSpPr txBox="1"/>
          <p:nvPr/>
        </p:nvSpPr>
        <p:spPr>
          <a:xfrm>
            <a:off x="698090" y="5437239"/>
            <a:ext cx="37952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DR.SIVASANKAR C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57E64-3056-1A26-FB4E-5FC596A75F8C}"/>
              </a:ext>
            </a:extLst>
          </p:cNvPr>
          <p:cNvSpPr txBox="1"/>
          <p:nvPr/>
        </p:nvSpPr>
        <p:spPr>
          <a:xfrm>
            <a:off x="8622890" y="5346361"/>
            <a:ext cx="323481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CH. HARSHITHA -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192473031</a:t>
            </a:r>
          </a:p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G. BHAVYA – 192411114</a:t>
            </a:r>
          </a:p>
          <a:p>
            <a:pPr>
              <a:lnSpc>
                <a:spcPct val="150000"/>
              </a:lnSpc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K. JAHNAVI - 192424242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6156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9962A0-0B80-8051-FB6D-23FC52390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1" y="67144"/>
            <a:ext cx="1213209" cy="115834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D391E310-2842-A743-A2E5-CAB4FEEBA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48334" y="67144"/>
            <a:ext cx="1309985" cy="125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F864CC-F9A7-735D-192C-6613034B4C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748"/>
          <a:stretch>
            <a:fillRect/>
          </a:stretch>
        </p:blipFill>
        <p:spPr>
          <a:xfrm>
            <a:off x="952500" y="1326331"/>
            <a:ext cx="10287000" cy="54699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B3DB36-5686-7291-C0D6-12CE0A842568}"/>
              </a:ext>
            </a:extLst>
          </p:cNvPr>
          <p:cNvSpPr txBox="1"/>
          <p:nvPr/>
        </p:nvSpPr>
        <p:spPr>
          <a:xfrm>
            <a:off x="3549445" y="383457"/>
            <a:ext cx="5830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72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65B95-F84A-495B-EEF3-B8380DBE5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9C501-9D7E-26D7-E720-655F9761A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1" y="67144"/>
            <a:ext cx="1213209" cy="115834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0E74238E-1E1B-3BB2-F207-AD389F66B1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48334" y="67144"/>
            <a:ext cx="1309985" cy="125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5A7B59-BE29-E090-ED6F-406E9FB7C298}"/>
              </a:ext>
            </a:extLst>
          </p:cNvPr>
          <p:cNvSpPr txBox="1"/>
          <p:nvPr/>
        </p:nvSpPr>
        <p:spPr>
          <a:xfrm>
            <a:off x="4267200" y="38470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28F73-A154-5769-E664-0D09A29E25B8}"/>
              </a:ext>
            </a:extLst>
          </p:cNvPr>
          <p:cNvSpPr txBox="1"/>
          <p:nvPr/>
        </p:nvSpPr>
        <p:spPr>
          <a:xfrm>
            <a:off x="1117105" y="947337"/>
            <a:ext cx="10186221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— AI-Based Document Processing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This module validates financial PDFs, extracts text, identifies loan-related documents, and extracts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important customer and financial information to create a structured customer profile.</a:t>
            </a:r>
          </a:p>
          <a:p>
            <a:pPr algn="just"/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Data Flow: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PDF → Validation → Text Extraction → Classification → Information Extraction → Customer Profile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— Risk Assessment &amp; Eligibility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This module evaluates the applicant's financial profile using EMI, DTI, weighted risk scoring and 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predefined eligibility rules to generate an explainable loan decision.</a:t>
            </a:r>
          </a:p>
          <a:p>
            <a:pPr algn="just"/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Data Flow: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Customer Profile → EMI → DTI → Risk Score → Risk Level → Eligibility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— Application &amp; Credit Ledger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This module manages customer records, application history, risk assessments, decisions, notifications and     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customer responses.</a:t>
            </a:r>
          </a:p>
          <a:p>
            <a:pPr algn="just"/>
            <a:endParaRPr lang="en-I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Data Flow: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Decision → Database → Application History → Notifications → Customer Response</a:t>
            </a:r>
          </a:p>
        </p:txBody>
      </p:sp>
    </p:spTree>
    <p:extLst>
      <p:ext uri="{BB962C8B-B14F-4D97-AF65-F5344CB8AC3E}">
        <p14:creationId xmlns:p14="http://schemas.microsoft.com/office/powerpoint/2010/main" val="3964442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3F8352-1D9F-3722-D186-CE6AED8BD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1" y="67144"/>
            <a:ext cx="1213209" cy="115834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7BE81B26-D0D7-327A-897D-8CE9BAB1D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48334" y="67144"/>
            <a:ext cx="1309985" cy="125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70C82E-1AC1-C5CA-992F-BEFFA2B5B30B}"/>
              </a:ext>
            </a:extLst>
          </p:cNvPr>
          <p:cNvSpPr txBox="1"/>
          <p:nvPr/>
        </p:nvSpPr>
        <p:spPr>
          <a:xfrm>
            <a:off x="3842865" y="415481"/>
            <a:ext cx="6931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&amp; DATABASE DESIGN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3A2767-B440-1951-A756-F938DBFBFD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90" b="6058"/>
          <a:stretch>
            <a:fillRect/>
          </a:stretch>
        </p:blipFill>
        <p:spPr>
          <a:xfrm>
            <a:off x="987686" y="1326331"/>
            <a:ext cx="10287000" cy="531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978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E71A1-3112-AD52-E6E8-23D2C1E1B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0E284D-5BB4-55B6-18E1-8E5216FDE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1" y="67144"/>
            <a:ext cx="1213209" cy="115834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05E56D1A-8941-361F-36C5-EEEF63439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48334" y="67144"/>
            <a:ext cx="1309985" cy="125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EA37C8-63D4-921B-1C57-0C939B9AFE20}"/>
              </a:ext>
            </a:extLst>
          </p:cNvPr>
          <p:cNvSpPr txBox="1"/>
          <p:nvPr/>
        </p:nvSpPr>
        <p:spPr>
          <a:xfrm>
            <a:off x="3795253" y="43512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8FB04B-51BB-3D35-FC9F-21A8802A483C}"/>
              </a:ext>
            </a:extLst>
          </p:cNvPr>
          <p:cNvSpPr txBox="1"/>
          <p:nvPr/>
        </p:nvSpPr>
        <p:spPr>
          <a:xfrm>
            <a:off x="1671484" y="1647183"/>
            <a:ext cx="793463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&amp; Development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25 – Core application development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Maven – Build and dependency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Swing – Desktop graphical user interface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Document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AI / Rule-Based NLP – Document classification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PDFBox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3.0.4 – PDF validation and text extraction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Regex – Customer and financial information extraction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org.json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Structured data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TestingSQLite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 – Data persistence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JDBC – Database connectivity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DAO Pattern – Database abstraction</a:t>
            </a:r>
          </a:p>
        </p:txBody>
      </p:sp>
    </p:spTree>
    <p:extLst>
      <p:ext uri="{BB962C8B-B14F-4D97-AF65-F5344CB8AC3E}">
        <p14:creationId xmlns:p14="http://schemas.microsoft.com/office/powerpoint/2010/main" val="3694678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CD61A-E8EC-4E0B-337D-DDD477CD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BF9957-D400-5424-F603-36654159E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1" y="67144"/>
            <a:ext cx="1213209" cy="115834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37C98F0-402B-3447-553C-403986AE6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48334" y="67144"/>
            <a:ext cx="1309985" cy="125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468D34-BF6E-4E7E-7D46-6EB8EEF2EA7F}"/>
              </a:ext>
            </a:extLst>
          </p:cNvPr>
          <p:cNvSpPr txBox="1"/>
          <p:nvPr/>
        </p:nvSpPr>
        <p:spPr>
          <a:xfrm>
            <a:off x="3982065" y="452284"/>
            <a:ext cx="4414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7B4B0E-5370-176F-7E86-1C1D16A3C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60" y="2184707"/>
            <a:ext cx="5310066" cy="32358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E411E7-6DAC-412E-6638-1C006FB60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9407" y="2214920"/>
            <a:ext cx="5636177" cy="31754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7F6951-2D42-1019-5C1C-3274863F66B5}"/>
              </a:ext>
            </a:extLst>
          </p:cNvPr>
          <p:cNvSpPr txBox="1"/>
          <p:nvPr/>
        </p:nvSpPr>
        <p:spPr>
          <a:xfrm>
            <a:off x="1573161" y="1455174"/>
            <a:ext cx="90456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: AI-Based Document Processing &amp; Customer Profile Extraction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872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7FD5F-3B95-13D5-3A1E-10AD746FF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76B6A7-A0AA-751A-5683-BCFB3886D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1" y="67144"/>
            <a:ext cx="1213209" cy="115834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2862562C-25E6-F713-26A5-3CF447AA3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48334" y="67144"/>
            <a:ext cx="1309985" cy="125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48B8AE7-2076-923A-B381-3EC9283C89F8}"/>
              </a:ext>
            </a:extLst>
          </p:cNvPr>
          <p:cNvSpPr txBox="1"/>
          <p:nvPr/>
        </p:nvSpPr>
        <p:spPr>
          <a:xfrm>
            <a:off x="2713702" y="1025429"/>
            <a:ext cx="7275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— Risk Assessment &amp; Loan Eligibility Prediction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3D4B86-166B-8849-EC1C-57CEA7D13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58" y="1847807"/>
            <a:ext cx="5515897" cy="30222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3B7EAB7-2424-C4F0-5CFE-491CBAA6F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120" y="1847807"/>
            <a:ext cx="5791199" cy="30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29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135EF-D3A6-594B-FF53-71EE80978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ADEACD-6BA5-676A-7DD8-D1359ED22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1" y="167991"/>
            <a:ext cx="1213209" cy="115834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59402B6-A3DF-2FC5-3EB7-B8F954A38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48334" y="67144"/>
            <a:ext cx="1309985" cy="125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0A88BC-9730-7B13-E2B0-EAC0C28854FF}"/>
              </a:ext>
            </a:extLst>
          </p:cNvPr>
          <p:cNvSpPr txBox="1"/>
          <p:nvPr/>
        </p:nvSpPr>
        <p:spPr>
          <a:xfrm>
            <a:off x="1735393" y="1025429"/>
            <a:ext cx="87212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— Application History, Credit Ledger &amp; Customer Management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A881B2-D681-983D-F9F1-3A66B4402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41" y="1783019"/>
            <a:ext cx="5813159" cy="36542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53C595-1C36-DA9F-8443-FEF6C123B1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5049" y="1783019"/>
            <a:ext cx="5648796" cy="365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722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F10238-7F3A-BE16-D73C-14706B809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1" y="167991"/>
            <a:ext cx="1213209" cy="115834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ED2C985-05DC-A502-41ED-20F7EDB7F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48334" y="67144"/>
            <a:ext cx="1309985" cy="125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AD4422-F84B-7914-372A-6429290DE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41" y="1406013"/>
            <a:ext cx="11771507" cy="5142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52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6C41C-95D7-884B-E6C4-C09332EB9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1628C-FCC5-887B-853E-86520E030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1" y="1903"/>
            <a:ext cx="1213209" cy="115834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CAF2968-8681-02C4-A15B-9459098D2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48334" y="67144"/>
            <a:ext cx="1309985" cy="125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B6E697-CF7B-FC8C-52AA-93B549FB7C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12" t="12186" r="1789" b="8889"/>
          <a:stretch>
            <a:fillRect/>
          </a:stretch>
        </p:blipFill>
        <p:spPr>
          <a:xfrm>
            <a:off x="1415845" y="1287814"/>
            <a:ext cx="9436896" cy="51031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E2543E-A493-5634-4FFC-CF4F9EB026A6}"/>
              </a:ext>
            </a:extLst>
          </p:cNvPr>
          <p:cNvSpPr txBox="1"/>
          <p:nvPr/>
        </p:nvSpPr>
        <p:spPr>
          <a:xfrm>
            <a:off x="4640826" y="467032"/>
            <a:ext cx="3667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488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43AB5-AA46-3056-A7A7-6D785D923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9CF8DB-074E-DC56-69B6-C690DAA7F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1" y="167991"/>
            <a:ext cx="1213209" cy="115834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3A2B387D-27D4-7F2E-ED1F-7CDD73A04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48334" y="67144"/>
            <a:ext cx="1309985" cy="125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E49C78-6A7C-2B0B-06D5-4DDD60E806A3}"/>
              </a:ext>
            </a:extLst>
          </p:cNvPr>
          <p:cNvSpPr txBox="1"/>
          <p:nvPr/>
        </p:nvSpPr>
        <p:spPr>
          <a:xfrm>
            <a:off x="4660489" y="462116"/>
            <a:ext cx="59878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1DBCC2-95A9-1A1A-78FA-DB3B9530B82C}"/>
              </a:ext>
            </a:extLst>
          </p:cNvPr>
          <p:cNvSpPr txBox="1"/>
          <p:nvPr/>
        </p:nvSpPr>
        <p:spPr>
          <a:xfrm>
            <a:off x="1496050" y="1573819"/>
            <a:ext cx="935576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Strategy: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is performed to verify the correctness, reliability and 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integration of the major system components.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Testing: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JUnit 5 is used to test individual functionalities such as: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extraction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 calculation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DTI calculation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calculation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Eligibility rules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the interaction between: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Processing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ProfileRisk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Assessment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Management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Outputs 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testing process verifies accurate generation of: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Customer Profile, Risk Score, Risk Level, Eligibility, Decision, Application History.</a:t>
            </a:r>
          </a:p>
        </p:txBody>
      </p:sp>
    </p:spTree>
    <p:extLst>
      <p:ext uri="{BB962C8B-B14F-4D97-AF65-F5344CB8AC3E}">
        <p14:creationId xmlns:p14="http://schemas.microsoft.com/office/powerpoint/2010/main" val="1682664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DC0FF5-5EA6-395A-5741-AD258AF29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1" y="167991"/>
            <a:ext cx="1213209" cy="115834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8BC55BE-B368-E6C8-B4AC-EA03AC2A8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48334" y="67144"/>
            <a:ext cx="1309985" cy="125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DCF846-4E79-AB96-DEB7-2DCACCDEC8D3}"/>
              </a:ext>
            </a:extLst>
          </p:cNvPr>
          <p:cNvSpPr txBox="1"/>
          <p:nvPr/>
        </p:nvSpPr>
        <p:spPr>
          <a:xfrm>
            <a:off x="3854245" y="51632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NEXT PLAN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9A24DB-60E5-8126-AAF1-2FA3DBF11382}"/>
              </a:ext>
            </a:extLst>
          </p:cNvPr>
          <p:cNvSpPr txBox="1"/>
          <p:nvPr/>
        </p:nvSpPr>
        <p:spPr>
          <a:xfrm>
            <a:off x="471948" y="1326331"/>
            <a:ext cx="11486371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Challenges:</a:t>
            </a:r>
          </a:p>
          <a:p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Unstructured Financial Documents - Financial information may appear in different formats and layouts, making automated extraction challenging.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Classification - The system must distinguish relevant financial documents from unrelated documents.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Consistency - Information extracted from multiple documents may contain variations or discrepancies.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Assessment - Different financial factors must be combined into a consistent and explainable risk score.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 - Maintaining consistency between the processing, risk and database modules requires careful architectural design.</a:t>
            </a:r>
          </a:p>
          <a:p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Plan: </a:t>
            </a:r>
          </a:p>
          <a:p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trained Machine Learning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OCR for scanned documents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intelligent document understanding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advanced fraud detection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credit information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automated notification services</a:t>
            </a:r>
          </a:p>
        </p:txBody>
      </p:sp>
    </p:spTree>
    <p:extLst>
      <p:ext uri="{BB962C8B-B14F-4D97-AF65-F5344CB8AC3E}">
        <p14:creationId xmlns:p14="http://schemas.microsoft.com/office/powerpoint/2010/main" val="2898401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7F616-0024-E0B4-72CD-D21D12AD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D27718-6F2C-14D9-B580-09E6ABA52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841" y="167991"/>
            <a:ext cx="1213209" cy="115834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A7057A1-21B7-5AAF-8290-B56230242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648334" y="67144"/>
            <a:ext cx="1309985" cy="125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1" descr="Thank You Images – Browse 2,707,038 Stock Photos, Vectors, and Video | Adobe Stock">
            <a:extLst>
              <a:ext uri="{FF2B5EF4-FFF2-40B4-BE49-F238E27FC236}">
                <a16:creationId xmlns:a16="http://schemas.microsoft.com/office/drawing/2014/main" id="{4FBBD225-6367-A376-2A21-7F491C1C7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26331"/>
            <a:ext cx="12192000" cy="416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010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532</Words>
  <Application>Microsoft Office PowerPoint</Application>
  <PresentationFormat>Widescreen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Gudi Bhavya</dc:creator>
  <cp:lastModifiedBy>Gudi Bhavya</cp:lastModifiedBy>
  <cp:revision>1</cp:revision>
  <dcterms:created xsi:type="dcterms:W3CDTF">2026-08-16T17:46:20Z</dcterms:created>
  <dcterms:modified xsi:type="dcterms:W3CDTF">2026-08-16T18:43:39Z</dcterms:modified>
</cp:coreProperties>
</file>